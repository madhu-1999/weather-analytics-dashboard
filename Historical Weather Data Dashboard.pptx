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Montserrat"/>
      <p:regular r:id="rId17"/>
      <p:bold r:id="rId18"/>
      <p:italic r:id="rId19"/>
      <p:boldItalic r:id="rId20"/>
    </p:embeddedFont>
    <p:embeddedFont>
      <p:font typeface="Montserrat Medium"/>
      <p:regular r:id="rId21"/>
      <p:bold r:id="rId22"/>
      <p:italic r:id="rId23"/>
      <p:boldItalic r:id="rId24"/>
    </p:embeddedFont>
    <p:embeddedFont>
      <p:font typeface="Source Serif 4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22" Type="http://schemas.openxmlformats.org/officeDocument/2006/relationships/font" Target="fonts/MontserratMedium-bold.fntdata"/><Relationship Id="rId21" Type="http://schemas.openxmlformats.org/officeDocument/2006/relationships/font" Target="fonts/MontserratMedium-regular.fntdata"/><Relationship Id="rId24" Type="http://schemas.openxmlformats.org/officeDocument/2006/relationships/font" Target="fonts/MontserratMedium-boldItalic.fntdata"/><Relationship Id="rId23" Type="http://schemas.openxmlformats.org/officeDocument/2006/relationships/font" Target="fonts/Montserrat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SourceSerif4-bold.fntdata"/><Relationship Id="rId25" Type="http://schemas.openxmlformats.org/officeDocument/2006/relationships/font" Target="fonts/SourceSerif4-regular.fntdata"/><Relationship Id="rId28" Type="http://schemas.openxmlformats.org/officeDocument/2006/relationships/font" Target="fonts/SourceSerif4-boldItalic.fntdata"/><Relationship Id="rId27" Type="http://schemas.openxmlformats.org/officeDocument/2006/relationships/font" Target="fonts/SourceSerif4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regular.fntdata"/><Relationship Id="rId16" Type="http://schemas.openxmlformats.org/officeDocument/2006/relationships/slide" Target="slides/slide11.xml"/><Relationship Id="rId19" Type="http://schemas.openxmlformats.org/officeDocument/2006/relationships/font" Target="fonts/Montserrat-italic.fntdata"/><Relationship Id="rId1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f492cd66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f492cd66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f492cd66ca_0_8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f492cd66ca_0_8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f492cd66c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f492cd66c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f492cd66ca_0_7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f492cd66ca_0_7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f492cd66ca_0_8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f492cd66ca_0_8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f492cd66ca_0_8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f492cd66ca_0_8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f492cd66ca_0_8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f492cd66ca_0_8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f492cd66ca_0_8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f492cd66ca_0_8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f492cd66ca_0_8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f492cd66ca_0_8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f492cd66ca_0_8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f492cd66ca_0_8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f492cd66ca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f492cd66ca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361835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" name="Google Shape;11;p2"/>
          <p:cNvSpPr/>
          <p:nvPr>
            <p:ph idx="2" type="pic"/>
          </p:nvPr>
        </p:nvSpPr>
        <p:spPr>
          <a:xfrm rot="-5400000">
            <a:off x="4689300" y="690800"/>
            <a:ext cx="3062700" cy="58551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256050" y="3313175"/>
            <a:ext cx="23526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3" type="title"/>
          </p:nvPr>
        </p:nvSpPr>
        <p:spPr>
          <a:xfrm>
            <a:off x="256050" y="3800525"/>
            <a:ext cx="23526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4" type="title"/>
          </p:nvPr>
        </p:nvSpPr>
        <p:spPr>
          <a:xfrm>
            <a:off x="256050" y="256025"/>
            <a:ext cx="8631900" cy="113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">
  <p:cSld name="BLANK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idx="1" type="body"/>
          </p:nvPr>
        </p:nvSpPr>
        <p:spPr>
          <a:xfrm>
            <a:off x="256025" y="2647675"/>
            <a:ext cx="3639600" cy="22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9" name="Google Shape;19;p3"/>
          <p:cNvSpPr txBox="1"/>
          <p:nvPr>
            <p:ph idx="2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1">
  <p:cSld name="BLANK_1_1_1_1_1_1_1_2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4572000" y="-6600"/>
            <a:ext cx="4572000" cy="515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256025" y="213150"/>
            <a:ext cx="4261200" cy="10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256025" y="1547275"/>
            <a:ext cx="3639600" cy="22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2" type="title"/>
          </p:nvPr>
        </p:nvSpPr>
        <p:spPr>
          <a:xfrm>
            <a:off x="6067500" y="4448600"/>
            <a:ext cx="1581000" cy="1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5" name="Google Shape;25;p4"/>
          <p:cNvSpPr txBox="1"/>
          <p:nvPr>
            <p:ph idx="3" type="title"/>
          </p:nvPr>
        </p:nvSpPr>
        <p:spPr>
          <a:xfrm>
            <a:off x="6067500" y="4621154"/>
            <a:ext cx="1581000" cy="1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4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5" type="body"/>
          </p:nvPr>
        </p:nvSpPr>
        <p:spPr>
          <a:xfrm>
            <a:off x="5190600" y="1902000"/>
            <a:ext cx="3639600" cy="164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●"/>
              <a:defRPr sz="1800"/>
            </a:lvl1pPr>
            <a:lvl2pPr indent="-3429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○"/>
              <a:defRPr sz="1800"/>
            </a:lvl2pPr>
            <a:lvl3pPr indent="-3429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■"/>
              <a:defRPr sz="1800"/>
            </a:lvl3pPr>
            <a:lvl4pPr indent="-3429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●"/>
              <a:defRPr sz="1800"/>
            </a:lvl4pPr>
            <a:lvl5pPr indent="-3429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○"/>
              <a:defRPr sz="1800"/>
            </a:lvl5pPr>
            <a:lvl6pPr indent="-3429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■"/>
              <a:defRPr sz="1800"/>
            </a:lvl6pPr>
            <a:lvl7pPr indent="-3429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●"/>
              <a:defRPr sz="1800"/>
            </a:lvl7pPr>
            <a:lvl8pPr indent="-3429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○"/>
              <a:defRPr sz="1800"/>
            </a:lvl8pPr>
            <a:lvl9pPr indent="-3429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3">
  <p:cSld name="BLANK_1_1_1_1_1_1_1_1_1_1_1_5">
    <p:bg>
      <p:bgPr>
        <a:solidFill>
          <a:schemeClr val="dk2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0" name="Google Shape;30;p5"/>
          <p:cNvSpPr/>
          <p:nvPr/>
        </p:nvSpPr>
        <p:spPr>
          <a:xfrm flipH="1">
            <a:off x="7595967" y="280050"/>
            <a:ext cx="658800" cy="658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" name="Google Shape;31;p5"/>
          <p:cNvSpPr/>
          <p:nvPr/>
        </p:nvSpPr>
        <p:spPr>
          <a:xfrm flipH="1">
            <a:off x="7759616" y="443699"/>
            <a:ext cx="331500" cy="33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" name="Google Shape;32;p5"/>
          <p:cNvSpPr/>
          <p:nvPr/>
        </p:nvSpPr>
        <p:spPr>
          <a:xfrm flipH="1">
            <a:off x="7925104" y="4"/>
            <a:ext cx="1218900" cy="12189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" name="Google Shape;33;p5"/>
          <p:cNvSpPr/>
          <p:nvPr/>
        </p:nvSpPr>
        <p:spPr>
          <a:xfrm flipH="1">
            <a:off x="7878268" y="562339"/>
            <a:ext cx="94200" cy="94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255975" y="1836350"/>
            <a:ext cx="1881600" cy="7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2" type="title"/>
          </p:nvPr>
        </p:nvSpPr>
        <p:spPr>
          <a:xfrm>
            <a:off x="255975" y="1547275"/>
            <a:ext cx="18816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3" type="body"/>
          </p:nvPr>
        </p:nvSpPr>
        <p:spPr>
          <a:xfrm>
            <a:off x="2506125" y="1836350"/>
            <a:ext cx="1881600" cy="7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4" type="title"/>
          </p:nvPr>
        </p:nvSpPr>
        <p:spPr>
          <a:xfrm>
            <a:off x="2506125" y="1547275"/>
            <a:ext cx="18816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5" type="body"/>
          </p:nvPr>
        </p:nvSpPr>
        <p:spPr>
          <a:xfrm>
            <a:off x="4756275" y="1836350"/>
            <a:ext cx="1881600" cy="7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6" type="title"/>
          </p:nvPr>
        </p:nvSpPr>
        <p:spPr>
          <a:xfrm>
            <a:off x="4756275" y="1547275"/>
            <a:ext cx="18816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1">
  <p:cSld name="BLANK_1_1_1_1_1_1_1_1_1_1_1_4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-75" y="100"/>
            <a:ext cx="65658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821675" y="1272000"/>
            <a:ext cx="2066400" cy="22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517150" y="4764350"/>
            <a:ext cx="17928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2"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3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2">
  <p:cSld name="BLANK_1_1_1_1_1_1_1_1_1_1_1_4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 flipH="1">
            <a:off x="-25" y="0"/>
            <a:ext cx="65658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" name="Google Shape;48;p7"/>
          <p:cNvSpPr txBox="1"/>
          <p:nvPr>
            <p:ph type="title"/>
          </p:nvPr>
        </p:nvSpPr>
        <p:spPr>
          <a:xfrm>
            <a:off x="256025" y="213150"/>
            <a:ext cx="60540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6821675" y="1272000"/>
            <a:ext cx="2066400" cy="22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2" type="title"/>
          </p:nvPr>
        </p:nvSpPr>
        <p:spPr>
          <a:xfrm>
            <a:off x="4517150" y="4764350"/>
            <a:ext cx="17928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1" name="Google Shape;51;p7"/>
          <p:cNvSpPr txBox="1"/>
          <p:nvPr>
            <p:ph idx="3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sub-section 3">
  <p:cSld name="BLANK_1_1_1_1_1_1_1_1_1_1_1_4_1_1_1"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/>
          <p:nvPr>
            <p:ph type="title"/>
          </p:nvPr>
        </p:nvSpPr>
        <p:spPr>
          <a:xfrm>
            <a:off x="256025" y="213150"/>
            <a:ext cx="55836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4" name="Google Shape;54;p8"/>
          <p:cNvSpPr/>
          <p:nvPr/>
        </p:nvSpPr>
        <p:spPr>
          <a:xfrm>
            <a:off x="0" y="1218975"/>
            <a:ext cx="9144000" cy="39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8"/>
          <p:cNvSpPr txBox="1"/>
          <p:nvPr>
            <p:ph idx="1" type="body"/>
          </p:nvPr>
        </p:nvSpPr>
        <p:spPr>
          <a:xfrm>
            <a:off x="255975" y="1876725"/>
            <a:ext cx="1881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9pPr>
          </a:lstStyle>
          <a:p/>
        </p:txBody>
      </p:sp>
      <p:sp>
        <p:nvSpPr>
          <p:cNvPr id="56" name="Google Shape;56;p8"/>
          <p:cNvSpPr txBox="1"/>
          <p:nvPr>
            <p:ph idx="2" type="body"/>
          </p:nvPr>
        </p:nvSpPr>
        <p:spPr>
          <a:xfrm>
            <a:off x="2506175" y="1876725"/>
            <a:ext cx="1881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9pPr>
          </a:lstStyle>
          <a:p/>
        </p:txBody>
      </p:sp>
      <p:sp>
        <p:nvSpPr>
          <p:cNvPr id="57" name="Google Shape;57;p8"/>
          <p:cNvSpPr txBox="1"/>
          <p:nvPr>
            <p:ph idx="3" type="body"/>
          </p:nvPr>
        </p:nvSpPr>
        <p:spPr>
          <a:xfrm>
            <a:off x="4756375" y="1876725"/>
            <a:ext cx="1881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9pPr>
          </a:lstStyle>
          <a:p/>
        </p:txBody>
      </p:sp>
      <p:sp>
        <p:nvSpPr>
          <p:cNvPr id="58" name="Google Shape;58;p8"/>
          <p:cNvSpPr txBox="1"/>
          <p:nvPr>
            <p:ph idx="4" type="subTitle"/>
          </p:nvPr>
        </p:nvSpPr>
        <p:spPr>
          <a:xfrm>
            <a:off x="255975" y="1548360"/>
            <a:ext cx="4131900" cy="25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cxnSp>
        <p:nvCxnSpPr>
          <p:cNvPr id="59" name="Google Shape;59;p8"/>
          <p:cNvCxnSpPr>
            <a:stCxn id="60" idx="2"/>
            <a:endCxn id="61" idx="6"/>
          </p:cNvCxnSpPr>
          <p:nvPr/>
        </p:nvCxnSpPr>
        <p:spPr>
          <a:xfrm>
            <a:off x="7312308" y="609469"/>
            <a:ext cx="1831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" name="Google Shape;61;p8"/>
          <p:cNvSpPr/>
          <p:nvPr/>
        </p:nvSpPr>
        <p:spPr>
          <a:xfrm>
            <a:off x="7925052" y="0"/>
            <a:ext cx="1218900" cy="12189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8"/>
          <p:cNvSpPr/>
          <p:nvPr/>
        </p:nvSpPr>
        <p:spPr>
          <a:xfrm>
            <a:off x="7503454" y="189104"/>
            <a:ext cx="840900" cy="8409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" name="Google Shape;60;p8"/>
          <p:cNvSpPr/>
          <p:nvPr/>
        </p:nvSpPr>
        <p:spPr>
          <a:xfrm>
            <a:off x="7312308" y="403669"/>
            <a:ext cx="411600" cy="4116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BLANK_1_1_1_1_1_1_1_1_1_1_1_3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5975" y="2020075"/>
            <a:ext cx="1881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2" type="subTitle"/>
          </p:nvPr>
        </p:nvSpPr>
        <p:spPr>
          <a:xfrm>
            <a:off x="255975" y="1718725"/>
            <a:ext cx="1881600" cy="25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6" name="Google Shape;66;p9"/>
          <p:cNvSpPr/>
          <p:nvPr/>
        </p:nvSpPr>
        <p:spPr>
          <a:xfrm flipH="1" rot="10800000">
            <a:off x="6692400" y="2691600"/>
            <a:ext cx="2451900" cy="24519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accent3"/>
              </a:gs>
              <a:gs pos="100000">
                <a:schemeClr val="accent3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9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68" name="Google Shape;68;p9"/>
          <p:cNvSpPr txBox="1"/>
          <p:nvPr>
            <p:ph idx="3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9" name="Google Shape;69;p9"/>
          <p:cNvSpPr txBox="1"/>
          <p:nvPr>
            <p:ph idx="4" type="body"/>
          </p:nvPr>
        </p:nvSpPr>
        <p:spPr>
          <a:xfrm>
            <a:off x="2558625" y="2020075"/>
            <a:ext cx="1881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5" type="subTitle"/>
          </p:nvPr>
        </p:nvSpPr>
        <p:spPr>
          <a:xfrm>
            <a:off x="2558625" y="1718725"/>
            <a:ext cx="1881600" cy="25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6" type="body"/>
          </p:nvPr>
        </p:nvSpPr>
        <p:spPr>
          <a:xfrm>
            <a:off x="4808775" y="2020075"/>
            <a:ext cx="1881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7" type="subTitle"/>
          </p:nvPr>
        </p:nvSpPr>
        <p:spPr>
          <a:xfrm>
            <a:off x="4808775" y="1718725"/>
            <a:ext cx="1881600" cy="25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8" type="body"/>
          </p:nvPr>
        </p:nvSpPr>
        <p:spPr>
          <a:xfrm>
            <a:off x="6821675" y="2023213"/>
            <a:ext cx="1881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74" name="Google Shape;74;p9"/>
          <p:cNvSpPr txBox="1"/>
          <p:nvPr>
            <p:ph idx="9" type="subTitle"/>
          </p:nvPr>
        </p:nvSpPr>
        <p:spPr>
          <a:xfrm>
            <a:off x="7058925" y="1718725"/>
            <a:ext cx="1881600" cy="25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3" type="subTitle"/>
          </p:nvPr>
        </p:nvSpPr>
        <p:spPr>
          <a:xfrm>
            <a:off x="255975" y="1132938"/>
            <a:ext cx="1881600" cy="145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i="1" sz="10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4" type="subTitle"/>
          </p:nvPr>
        </p:nvSpPr>
        <p:spPr>
          <a:xfrm>
            <a:off x="2558625" y="1132938"/>
            <a:ext cx="1881600" cy="145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i="1" sz="10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5" type="subTitle"/>
          </p:nvPr>
        </p:nvSpPr>
        <p:spPr>
          <a:xfrm>
            <a:off x="4808775" y="1132938"/>
            <a:ext cx="1881600" cy="145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i="1" sz="10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8" name="Google Shape;78;p9"/>
          <p:cNvSpPr txBox="1"/>
          <p:nvPr>
            <p:ph idx="16" type="subTitle"/>
          </p:nvPr>
        </p:nvSpPr>
        <p:spPr>
          <a:xfrm>
            <a:off x="7058925" y="1132938"/>
            <a:ext cx="1881600" cy="145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i="1" sz="10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2 content display">
  <p:cSld name="BLANK_1_1_1_1_1_1_1_1_1_1_1_2_1_4"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"/>
          <p:cNvSpPr/>
          <p:nvPr/>
        </p:nvSpPr>
        <p:spPr>
          <a:xfrm>
            <a:off x="8141300" y="200278"/>
            <a:ext cx="823800" cy="19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0"/>
          <p:cNvSpPr/>
          <p:nvPr/>
        </p:nvSpPr>
        <p:spPr>
          <a:xfrm>
            <a:off x="0" y="1218975"/>
            <a:ext cx="9144000" cy="39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10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83" name="Google Shape;83;p10"/>
          <p:cNvSpPr/>
          <p:nvPr/>
        </p:nvSpPr>
        <p:spPr>
          <a:xfrm>
            <a:off x="7643840" y="0"/>
            <a:ext cx="658800" cy="658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7312266" y="887434"/>
            <a:ext cx="331500" cy="33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p10"/>
          <p:cNvSpPr/>
          <p:nvPr/>
        </p:nvSpPr>
        <p:spPr>
          <a:xfrm>
            <a:off x="8302516" y="377490"/>
            <a:ext cx="841500" cy="84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0"/>
          <p:cNvSpPr/>
          <p:nvPr/>
        </p:nvSpPr>
        <p:spPr>
          <a:xfrm>
            <a:off x="8676264" y="751239"/>
            <a:ext cx="94200" cy="94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7" name="Google Shape;87;p10"/>
          <p:cNvCxnSpPr>
            <a:stCxn id="86" idx="7"/>
            <a:endCxn id="83" idx="7"/>
          </p:cNvCxnSpPr>
          <p:nvPr/>
        </p:nvCxnSpPr>
        <p:spPr>
          <a:xfrm rot="10800000">
            <a:off x="8206169" y="96334"/>
            <a:ext cx="550500" cy="66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p10"/>
          <p:cNvCxnSpPr>
            <a:stCxn id="86" idx="4"/>
          </p:cNvCxnSpPr>
          <p:nvPr/>
        </p:nvCxnSpPr>
        <p:spPr>
          <a:xfrm flipH="1">
            <a:off x="7517364" y="845439"/>
            <a:ext cx="1206000" cy="36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" name="Google Shape;89;p10"/>
          <p:cNvCxnSpPr/>
          <p:nvPr/>
        </p:nvCxnSpPr>
        <p:spPr>
          <a:xfrm flipH="1" rot="10800000">
            <a:off x="7323426" y="233734"/>
            <a:ext cx="335400" cy="759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25597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2" type="body"/>
          </p:nvPr>
        </p:nvSpPr>
        <p:spPr>
          <a:xfrm>
            <a:off x="1994150" y="3231050"/>
            <a:ext cx="2458500" cy="16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92" name="Google Shape;92;p10"/>
          <p:cNvSpPr/>
          <p:nvPr>
            <p:ph idx="3" type="pic"/>
          </p:nvPr>
        </p:nvSpPr>
        <p:spPr>
          <a:xfrm>
            <a:off x="255950" y="2983150"/>
            <a:ext cx="1588200" cy="1904400"/>
          </a:xfrm>
          <a:prstGeom prst="rect">
            <a:avLst/>
          </a:prstGeom>
          <a:noFill/>
          <a:ln>
            <a:noFill/>
          </a:ln>
        </p:spPr>
      </p:sp>
      <p:sp>
        <p:nvSpPr>
          <p:cNvPr id="93" name="Google Shape;93;p10"/>
          <p:cNvSpPr txBox="1"/>
          <p:nvPr>
            <p:ph idx="4" type="subTitle"/>
          </p:nvPr>
        </p:nvSpPr>
        <p:spPr>
          <a:xfrm>
            <a:off x="1994150" y="2994050"/>
            <a:ext cx="2458500" cy="16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94" name="Google Shape;94;p10"/>
          <p:cNvSpPr txBox="1"/>
          <p:nvPr>
            <p:ph idx="5" type="body"/>
          </p:nvPr>
        </p:nvSpPr>
        <p:spPr>
          <a:xfrm>
            <a:off x="6429400" y="3231850"/>
            <a:ext cx="2458500" cy="16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95" name="Google Shape;95;p10"/>
          <p:cNvSpPr/>
          <p:nvPr>
            <p:ph idx="6" type="pic"/>
          </p:nvPr>
        </p:nvSpPr>
        <p:spPr>
          <a:xfrm>
            <a:off x="4691200" y="2983950"/>
            <a:ext cx="1588200" cy="19044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10"/>
          <p:cNvSpPr txBox="1"/>
          <p:nvPr>
            <p:ph idx="7" type="subTitle"/>
          </p:nvPr>
        </p:nvSpPr>
        <p:spPr>
          <a:xfrm>
            <a:off x="6429400" y="2994850"/>
            <a:ext cx="2458500" cy="16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97" name="Google Shape;97;p10"/>
          <p:cNvSpPr txBox="1"/>
          <p:nvPr>
            <p:ph idx="8" type="body"/>
          </p:nvPr>
        </p:nvSpPr>
        <p:spPr>
          <a:xfrm>
            <a:off x="488242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3">
  <p:cSld name="BLANK_1_1_1_1_1_1_1_1_1_1_1_2_1_3">
    <p:bg>
      <p:bgPr>
        <a:solidFill>
          <a:schemeClr val="dk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1"/>
          <p:cNvSpPr/>
          <p:nvPr/>
        </p:nvSpPr>
        <p:spPr>
          <a:xfrm>
            <a:off x="8141300" y="200278"/>
            <a:ext cx="823800" cy="198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p11"/>
          <p:cNvSpPr/>
          <p:nvPr/>
        </p:nvSpPr>
        <p:spPr>
          <a:xfrm>
            <a:off x="0" y="1218975"/>
            <a:ext cx="9144000" cy="39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1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02" name="Google Shape;102;p11"/>
          <p:cNvSpPr/>
          <p:nvPr/>
        </p:nvSpPr>
        <p:spPr>
          <a:xfrm flipH="1">
            <a:off x="7595967" y="280050"/>
            <a:ext cx="658800" cy="658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1"/>
          <p:cNvSpPr/>
          <p:nvPr/>
        </p:nvSpPr>
        <p:spPr>
          <a:xfrm flipH="1">
            <a:off x="7759616" y="443699"/>
            <a:ext cx="331500" cy="33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11"/>
          <p:cNvSpPr/>
          <p:nvPr/>
        </p:nvSpPr>
        <p:spPr>
          <a:xfrm flipH="1">
            <a:off x="7925104" y="4"/>
            <a:ext cx="1218900" cy="12189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11"/>
          <p:cNvSpPr/>
          <p:nvPr/>
        </p:nvSpPr>
        <p:spPr>
          <a:xfrm flipH="1">
            <a:off x="7878268" y="562339"/>
            <a:ext cx="94200" cy="94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p11"/>
          <p:cNvSpPr txBox="1"/>
          <p:nvPr>
            <p:ph idx="1" type="body"/>
          </p:nvPr>
        </p:nvSpPr>
        <p:spPr>
          <a:xfrm>
            <a:off x="25597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07" name="Google Shape;107;p11"/>
          <p:cNvSpPr txBox="1"/>
          <p:nvPr>
            <p:ph idx="2" type="body"/>
          </p:nvPr>
        </p:nvSpPr>
        <p:spPr>
          <a:xfrm>
            <a:off x="488242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4">
  <p:cSld name="BLANK_1_1_1_1_1_1_1_1_1_1_1_2_1_3_1">
    <p:bg>
      <p:bgPr>
        <a:solidFill>
          <a:schemeClr val="dk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2"/>
          <p:cNvSpPr/>
          <p:nvPr/>
        </p:nvSpPr>
        <p:spPr>
          <a:xfrm>
            <a:off x="0" y="1218975"/>
            <a:ext cx="9144000" cy="39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12"/>
          <p:cNvSpPr/>
          <p:nvPr/>
        </p:nvSpPr>
        <p:spPr>
          <a:xfrm>
            <a:off x="8141300" y="200278"/>
            <a:ext cx="823800" cy="198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12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12" name="Google Shape;112;p12"/>
          <p:cNvSpPr/>
          <p:nvPr/>
        </p:nvSpPr>
        <p:spPr>
          <a:xfrm flipH="1">
            <a:off x="7595967" y="280050"/>
            <a:ext cx="658800" cy="658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p12"/>
          <p:cNvSpPr/>
          <p:nvPr/>
        </p:nvSpPr>
        <p:spPr>
          <a:xfrm flipH="1">
            <a:off x="7759616" y="443699"/>
            <a:ext cx="331500" cy="33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" name="Google Shape;114;p12"/>
          <p:cNvSpPr/>
          <p:nvPr/>
        </p:nvSpPr>
        <p:spPr>
          <a:xfrm flipH="1">
            <a:off x="7925104" y="4"/>
            <a:ext cx="1218900" cy="12189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" name="Google Shape;115;p12"/>
          <p:cNvSpPr/>
          <p:nvPr/>
        </p:nvSpPr>
        <p:spPr>
          <a:xfrm flipH="1">
            <a:off x="7878268" y="562339"/>
            <a:ext cx="94200" cy="94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12"/>
          <p:cNvSpPr txBox="1"/>
          <p:nvPr>
            <p:ph idx="1" type="body"/>
          </p:nvPr>
        </p:nvSpPr>
        <p:spPr>
          <a:xfrm>
            <a:off x="25597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17" name="Google Shape;117;p12"/>
          <p:cNvSpPr txBox="1"/>
          <p:nvPr>
            <p:ph idx="2" type="body"/>
          </p:nvPr>
        </p:nvSpPr>
        <p:spPr>
          <a:xfrm>
            <a:off x="444125" y="4243800"/>
            <a:ext cx="2402100" cy="45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18" name="Google Shape;118;p12"/>
          <p:cNvSpPr txBox="1"/>
          <p:nvPr>
            <p:ph idx="3" type="body"/>
          </p:nvPr>
        </p:nvSpPr>
        <p:spPr>
          <a:xfrm>
            <a:off x="3370950" y="4243800"/>
            <a:ext cx="2402100" cy="45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19" name="Google Shape;119;p12"/>
          <p:cNvSpPr txBox="1"/>
          <p:nvPr>
            <p:ph idx="4" type="body"/>
          </p:nvPr>
        </p:nvSpPr>
        <p:spPr>
          <a:xfrm>
            <a:off x="6297725" y="4243800"/>
            <a:ext cx="2402100" cy="45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20" name="Google Shape;120;p12"/>
          <p:cNvSpPr txBox="1"/>
          <p:nvPr>
            <p:ph idx="5" type="title"/>
          </p:nvPr>
        </p:nvSpPr>
        <p:spPr>
          <a:xfrm>
            <a:off x="444125" y="3094675"/>
            <a:ext cx="24021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21" name="Google Shape;121;p12"/>
          <p:cNvSpPr txBox="1"/>
          <p:nvPr>
            <p:ph idx="6" type="title"/>
          </p:nvPr>
        </p:nvSpPr>
        <p:spPr>
          <a:xfrm>
            <a:off x="3370950" y="3094675"/>
            <a:ext cx="24021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22" name="Google Shape;122;p12"/>
          <p:cNvSpPr txBox="1"/>
          <p:nvPr>
            <p:ph idx="7" type="title"/>
          </p:nvPr>
        </p:nvSpPr>
        <p:spPr>
          <a:xfrm>
            <a:off x="6297775" y="3094675"/>
            <a:ext cx="24021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6">
  <p:cSld name="BLANK_1_1_1_1_1_1_1_1_1_1_1_2_1_2_2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25" name="Google Shape;125;p13"/>
          <p:cNvSpPr txBox="1"/>
          <p:nvPr>
            <p:ph idx="1" type="body"/>
          </p:nvPr>
        </p:nvSpPr>
        <p:spPr>
          <a:xfrm>
            <a:off x="25597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26" name="Google Shape;126;p13"/>
          <p:cNvSpPr txBox="1"/>
          <p:nvPr>
            <p:ph idx="2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7" name="Google Shape;127;p13"/>
          <p:cNvSpPr txBox="1"/>
          <p:nvPr>
            <p:ph idx="3" type="title"/>
          </p:nvPr>
        </p:nvSpPr>
        <p:spPr>
          <a:xfrm>
            <a:off x="3622350" y="3410283"/>
            <a:ext cx="1899300" cy="7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5600"/>
            </a:lvl9pPr>
          </a:lstStyle>
          <a:p/>
        </p:txBody>
      </p:sp>
      <p:sp>
        <p:nvSpPr>
          <p:cNvPr id="128" name="Google Shape;128;p13"/>
          <p:cNvSpPr txBox="1"/>
          <p:nvPr>
            <p:ph idx="4" type="subTitle"/>
          </p:nvPr>
        </p:nvSpPr>
        <p:spPr>
          <a:xfrm>
            <a:off x="3729900" y="4217102"/>
            <a:ext cx="16842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" name="Google Shape;129;p13"/>
          <p:cNvSpPr txBox="1"/>
          <p:nvPr>
            <p:ph idx="5" type="title"/>
          </p:nvPr>
        </p:nvSpPr>
        <p:spPr>
          <a:xfrm>
            <a:off x="574363" y="3410283"/>
            <a:ext cx="1899300" cy="7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5600"/>
            </a:lvl9pPr>
          </a:lstStyle>
          <a:p/>
        </p:txBody>
      </p:sp>
      <p:sp>
        <p:nvSpPr>
          <p:cNvPr id="130" name="Google Shape;130;p13"/>
          <p:cNvSpPr txBox="1"/>
          <p:nvPr>
            <p:ph idx="6" type="subTitle"/>
          </p:nvPr>
        </p:nvSpPr>
        <p:spPr>
          <a:xfrm>
            <a:off x="681913" y="4217102"/>
            <a:ext cx="16842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" name="Google Shape;131;p13"/>
          <p:cNvSpPr txBox="1"/>
          <p:nvPr>
            <p:ph idx="7" type="title"/>
          </p:nvPr>
        </p:nvSpPr>
        <p:spPr>
          <a:xfrm>
            <a:off x="6670325" y="3410283"/>
            <a:ext cx="1899300" cy="7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5600"/>
            </a:lvl9pPr>
          </a:lstStyle>
          <a:p/>
        </p:txBody>
      </p:sp>
      <p:sp>
        <p:nvSpPr>
          <p:cNvPr id="132" name="Google Shape;132;p13"/>
          <p:cNvSpPr txBox="1"/>
          <p:nvPr>
            <p:ph idx="8" type="subTitle"/>
          </p:nvPr>
        </p:nvSpPr>
        <p:spPr>
          <a:xfrm>
            <a:off x="6777875" y="4217102"/>
            <a:ext cx="16842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7">
  <p:cSld name="BLANK_1_1_1_1_1_1_1_1_1_1_1_2_1_2_2_1">
    <p:bg>
      <p:bgPr>
        <a:solidFill>
          <a:schemeClr val="dk2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/>
          <p:nvPr/>
        </p:nvSpPr>
        <p:spPr>
          <a:xfrm>
            <a:off x="0" y="1218975"/>
            <a:ext cx="9144000" cy="39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14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36" name="Google Shape;136;p14"/>
          <p:cNvSpPr txBox="1"/>
          <p:nvPr>
            <p:ph idx="1" type="body"/>
          </p:nvPr>
        </p:nvSpPr>
        <p:spPr>
          <a:xfrm>
            <a:off x="25597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37" name="Google Shape;137;p14"/>
          <p:cNvSpPr/>
          <p:nvPr/>
        </p:nvSpPr>
        <p:spPr>
          <a:xfrm flipH="1">
            <a:off x="7595967" y="280050"/>
            <a:ext cx="658800" cy="658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" name="Google Shape;138;p14"/>
          <p:cNvSpPr/>
          <p:nvPr/>
        </p:nvSpPr>
        <p:spPr>
          <a:xfrm flipH="1">
            <a:off x="7759616" y="443699"/>
            <a:ext cx="331500" cy="33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p14"/>
          <p:cNvSpPr/>
          <p:nvPr/>
        </p:nvSpPr>
        <p:spPr>
          <a:xfrm flipH="1">
            <a:off x="7925104" y="4"/>
            <a:ext cx="1218900" cy="12189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14"/>
          <p:cNvSpPr/>
          <p:nvPr/>
        </p:nvSpPr>
        <p:spPr>
          <a:xfrm flipH="1">
            <a:off x="7878268" y="562339"/>
            <a:ext cx="94200" cy="94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p14"/>
          <p:cNvSpPr txBox="1"/>
          <p:nvPr>
            <p:ph idx="2" type="title"/>
          </p:nvPr>
        </p:nvSpPr>
        <p:spPr>
          <a:xfrm>
            <a:off x="3622350" y="3410283"/>
            <a:ext cx="1899300" cy="7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5600"/>
            </a:lvl9pPr>
          </a:lstStyle>
          <a:p/>
        </p:txBody>
      </p:sp>
      <p:sp>
        <p:nvSpPr>
          <p:cNvPr id="142" name="Google Shape;142;p14"/>
          <p:cNvSpPr txBox="1"/>
          <p:nvPr>
            <p:ph idx="3" type="subTitle"/>
          </p:nvPr>
        </p:nvSpPr>
        <p:spPr>
          <a:xfrm>
            <a:off x="3729900" y="4217102"/>
            <a:ext cx="16842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" name="Google Shape;143;p14"/>
          <p:cNvSpPr txBox="1"/>
          <p:nvPr>
            <p:ph idx="4" type="title"/>
          </p:nvPr>
        </p:nvSpPr>
        <p:spPr>
          <a:xfrm>
            <a:off x="574363" y="3410283"/>
            <a:ext cx="1899300" cy="7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5600"/>
            </a:lvl9pPr>
          </a:lstStyle>
          <a:p/>
        </p:txBody>
      </p:sp>
      <p:sp>
        <p:nvSpPr>
          <p:cNvPr id="144" name="Google Shape;144;p14"/>
          <p:cNvSpPr txBox="1"/>
          <p:nvPr>
            <p:ph idx="5" type="subTitle"/>
          </p:nvPr>
        </p:nvSpPr>
        <p:spPr>
          <a:xfrm>
            <a:off x="681913" y="4217102"/>
            <a:ext cx="16842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14"/>
          <p:cNvSpPr txBox="1"/>
          <p:nvPr>
            <p:ph idx="6" type="title"/>
          </p:nvPr>
        </p:nvSpPr>
        <p:spPr>
          <a:xfrm>
            <a:off x="6670325" y="3410283"/>
            <a:ext cx="1899300" cy="71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5600"/>
            </a:lvl9pPr>
          </a:lstStyle>
          <a:p/>
        </p:txBody>
      </p:sp>
      <p:sp>
        <p:nvSpPr>
          <p:cNvPr id="146" name="Google Shape;146;p14"/>
          <p:cNvSpPr txBox="1"/>
          <p:nvPr>
            <p:ph idx="7" type="subTitle"/>
          </p:nvPr>
        </p:nvSpPr>
        <p:spPr>
          <a:xfrm>
            <a:off x="6777875" y="4217102"/>
            <a:ext cx="16842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8">
  <p:cSld name="BLANK_1_1_1_1_1_1_1_1_1_1_1_2_1_5">
    <p:bg>
      <p:bgPr>
        <a:solidFill>
          <a:schemeClr val="lt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/>
          <p:nvPr/>
        </p:nvSpPr>
        <p:spPr>
          <a:xfrm>
            <a:off x="8141300" y="200278"/>
            <a:ext cx="823800" cy="19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5"/>
          <p:cNvSpPr/>
          <p:nvPr/>
        </p:nvSpPr>
        <p:spPr>
          <a:xfrm>
            <a:off x="0" y="1218975"/>
            <a:ext cx="9144000" cy="39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15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51" name="Google Shape;151;p15"/>
          <p:cNvSpPr/>
          <p:nvPr/>
        </p:nvSpPr>
        <p:spPr>
          <a:xfrm>
            <a:off x="7643840" y="0"/>
            <a:ext cx="658800" cy="658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7312266" y="887434"/>
            <a:ext cx="331500" cy="33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" name="Google Shape;153;p15"/>
          <p:cNvSpPr/>
          <p:nvPr/>
        </p:nvSpPr>
        <p:spPr>
          <a:xfrm>
            <a:off x="8302516" y="377490"/>
            <a:ext cx="841500" cy="84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8676264" y="751239"/>
            <a:ext cx="94200" cy="94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5" name="Google Shape;155;p15"/>
          <p:cNvCxnSpPr>
            <a:stCxn id="154" idx="7"/>
            <a:endCxn id="151" idx="7"/>
          </p:cNvCxnSpPr>
          <p:nvPr/>
        </p:nvCxnSpPr>
        <p:spPr>
          <a:xfrm rot="10800000">
            <a:off x="8206169" y="96334"/>
            <a:ext cx="550500" cy="66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" name="Google Shape;156;p15"/>
          <p:cNvCxnSpPr>
            <a:stCxn id="154" idx="4"/>
          </p:cNvCxnSpPr>
          <p:nvPr/>
        </p:nvCxnSpPr>
        <p:spPr>
          <a:xfrm flipH="1">
            <a:off x="7517364" y="845439"/>
            <a:ext cx="1206000" cy="36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" name="Google Shape;157;p15"/>
          <p:cNvCxnSpPr/>
          <p:nvPr/>
        </p:nvCxnSpPr>
        <p:spPr>
          <a:xfrm flipH="1" rot="10800000">
            <a:off x="7323426" y="233734"/>
            <a:ext cx="335400" cy="759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15"/>
          <p:cNvSpPr txBox="1"/>
          <p:nvPr>
            <p:ph idx="1" type="body"/>
          </p:nvPr>
        </p:nvSpPr>
        <p:spPr>
          <a:xfrm>
            <a:off x="25597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59" name="Google Shape;159;p15"/>
          <p:cNvSpPr txBox="1"/>
          <p:nvPr>
            <p:ph idx="2" type="title"/>
          </p:nvPr>
        </p:nvSpPr>
        <p:spPr>
          <a:xfrm>
            <a:off x="112425" y="3522983"/>
            <a:ext cx="1899300" cy="7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60" name="Google Shape;160;p15"/>
          <p:cNvSpPr txBox="1"/>
          <p:nvPr>
            <p:ph idx="3" type="subTitle"/>
          </p:nvPr>
        </p:nvSpPr>
        <p:spPr>
          <a:xfrm>
            <a:off x="459075" y="4178725"/>
            <a:ext cx="12060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15"/>
          <p:cNvSpPr txBox="1"/>
          <p:nvPr>
            <p:ph idx="4" type="title"/>
          </p:nvPr>
        </p:nvSpPr>
        <p:spPr>
          <a:xfrm>
            <a:off x="4718600" y="3522983"/>
            <a:ext cx="1899300" cy="7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62" name="Google Shape;162;p15"/>
          <p:cNvSpPr txBox="1"/>
          <p:nvPr>
            <p:ph idx="5" type="subTitle"/>
          </p:nvPr>
        </p:nvSpPr>
        <p:spPr>
          <a:xfrm>
            <a:off x="5065250" y="4178725"/>
            <a:ext cx="12060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15"/>
          <p:cNvSpPr txBox="1"/>
          <p:nvPr>
            <p:ph idx="6" type="body"/>
          </p:nvPr>
        </p:nvSpPr>
        <p:spPr>
          <a:xfrm>
            <a:off x="6880375" y="3231050"/>
            <a:ext cx="20307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64" name="Google Shape;164;p15"/>
          <p:cNvSpPr txBox="1"/>
          <p:nvPr>
            <p:ph idx="7" type="subTitle"/>
          </p:nvPr>
        </p:nvSpPr>
        <p:spPr>
          <a:xfrm>
            <a:off x="6880375" y="2984750"/>
            <a:ext cx="20307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5" name="Google Shape;165;p15"/>
          <p:cNvSpPr txBox="1"/>
          <p:nvPr>
            <p:ph idx="8" type="subTitle"/>
          </p:nvPr>
        </p:nvSpPr>
        <p:spPr>
          <a:xfrm>
            <a:off x="2274000" y="2984750"/>
            <a:ext cx="20307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6" name="Google Shape;166;p15"/>
          <p:cNvSpPr txBox="1"/>
          <p:nvPr>
            <p:ph idx="9" type="body"/>
          </p:nvPr>
        </p:nvSpPr>
        <p:spPr>
          <a:xfrm>
            <a:off x="2274000" y="3231050"/>
            <a:ext cx="20307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9">
  <p:cSld name="BLANK_1_1_1_1_1_1_1_1_1_1_1_2_1_6">
    <p:bg>
      <p:bgPr>
        <a:solidFill>
          <a:schemeClr val="lt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6"/>
          <p:cNvSpPr/>
          <p:nvPr/>
        </p:nvSpPr>
        <p:spPr>
          <a:xfrm>
            <a:off x="0" y="1218975"/>
            <a:ext cx="9144000" cy="39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p16"/>
          <p:cNvSpPr txBox="1"/>
          <p:nvPr>
            <p:ph idx="1" type="body"/>
          </p:nvPr>
        </p:nvSpPr>
        <p:spPr>
          <a:xfrm>
            <a:off x="422609" y="4243800"/>
            <a:ext cx="1728600" cy="45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70" name="Google Shape;170;p16"/>
          <p:cNvSpPr txBox="1"/>
          <p:nvPr>
            <p:ph idx="2" type="body"/>
          </p:nvPr>
        </p:nvSpPr>
        <p:spPr>
          <a:xfrm>
            <a:off x="2614838" y="4243800"/>
            <a:ext cx="1728600" cy="45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71" name="Google Shape;171;p16"/>
          <p:cNvSpPr txBox="1"/>
          <p:nvPr>
            <p:ph idx="3" type="body"/>
          </p:nvPr>
        </p:nvSpPr>
        <p:spPr>
          <a:xfrm>
            <a:off x="4785550" y="4243800"/>
            <a:ext cx="1728600" cy="45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72" name="Google Shape;172;p16"/>
          <p:cNvSpPr txBox="1"/>
          <p:nvPr>
            <p:ph idx="4" type="body"/>
          </p:nvPr>
        </p:nvSpPr>
        <p:spPr>
          <a:xfrm>
            <a:off x="6956263" y="4243800"/>
            <a:ext cx="1728600" cy="45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73" name="Google Shape;173;p16"/>
          <p:cNvSpPr txBox="1"/>
          <p:nvPr>
            <p:ph type="title"/>
          </p:nvPr>
        </p:nvSpPr>
        <p:spPr>
          <a:xfrm>
            <a:off x="422609" y="3094675"/>
            <a:ext cx="1728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74" name="Google Shape;174;p16"/>
          <p:cNvSpPr txBox="1"/>
          <p:nvPr>
            <p:ph idx="5" type="title"/>
          </p:nvPr>
        </p:nvSpPr>
        <p:spPr>
          <a:xfrm>
            <a:off x="2614838" y="3094675"/>
            <a:ext cx="1728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75" name="Google Shape;175;p16"/>
          <p:cNvSpPr txBox="1"/>
          <p:nvPr>
            <p:ph idx="6" type="title"/>
          </p:nvPr>
        </p:nvSpPr>
        <p:spPr>
          <a:xfrm>
            <a:off x="4785550" y="3094675"/>
            <a:ext cx="17286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76" name="Google Shape;176;p16"/>
          <p:cNvSpPr txBox="1"/>
          <p:nvPr>
            <p:ph idx="7" type="title"/>
          </p:nvPr>
        </p:nvSpPr>
        <p:spPr>
          <a:xfrm>
            <a:off x="6956263" y="3094675"/>
            <a:ext cx="1728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77" name="Google Shape;177;p16"/>
          <p:cNvSpPr/>
          <p:nvPr/>
        </p:nvSpPr>
        <p:spPr>
          <a:xfrm>
            <a:off x="8141300" y="200278"/>
            <a:ext cx="823800" cy="19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6"/>
          <p:cNvSpPr txBox="1"/>
          <p:nvPr>
            <p:ph idx="8"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79" name="Google Shape;179;p16"/>
          <p:cNvSpPr/>
          <p:nvPr/>
        </p:nvSpPr>
        <p:spPr>
          <a:xfrm>
            <a:off x="7643840" y="0"/>
            <a:ext cx="658800" cy="658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16"/>
          <p:cNvSpPr/>
          <p:nvPr/>
        </p:nvSpPr>
        <p:spPr>
          <a:xfrm>
            <a:off x="7312266" y="887434"/>
            <a:ext cx="331500" cy="33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p16"/>
          <p:cNvSpPr/>
          <p:nvPr/>
        </p:nvSpPr>
        <p:spPr>
          <a:xfrm>
            <a:off x="8302516" y="377490"/>
            <a:ext cx="841500" cy="84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16"/>
          <p:cNvSpPr/>
          <p:nvPr/>
        </p:nvSpPr>
        <p:spPr>
          <a:xfrm>
            <a:off x="8676264" y="751239"/>
            <a:ext cx="94200" cy="94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3" name="Google Shape;183;p16"/>
          <p:cNvCxnSpPr>
            <a:stCxn id="182" idx="7"/>
            <a:endCxn id="179" idx="7"/>
          </p:cNvCxnSpPr>
          <p:nvPr/>
        </p:nvCxnSpPr>
        <p:spPr>
          <a:xfrm rot="10800000">
            <a:off x="8206169" y="96334"/>
            <a:ext cx="550500" cy="66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" name="Google Shape;184;p16"/>
          <p:cNvCxnSpPr>
            <a:stCxn id="182" idx="4"/>
          </p:cNvCxnSpPr>
          <p:nvPr/>
        </p:nvCxnSpPr>
        <p:spPr>
          <a:xfrm flipH="1">
            <a:off x="7517364" y="845439"/>
            <a:ext cx="1206000" cy="36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" name="Google Shape;185;p16"/>
          <p:cNvCxnSpPr/>
          <p:nvPr/>
        </p:nvCxnSpPr>
        <p:spPr>
          <a:xfrm flipH="1" rot="10800000">
            <a:off x="7323426" y="233734"/>
            <a:ext cx="335400" cy="759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" name="Google Shape;186;p16"/>
          <p:cNvSpPr txBox="1"/>
          <p:nvPr>
            <p:ph idx="9" type="body"/>
          </p:nvPr>
        </p:nvSpPr>
        <p:spPr>
          <a:xfrm>
            <a:off x="25597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4 content display">
  <p:cSld name="BLANK_1_1_1_1_1_1_1_1_1_1_1_2_1_2_1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cxnSp>
        <p:nvCxnSpPr>
          <p:cNvPr id="189" name="Google Shape;189;p17"/>
          <p:cNvCxnSpPr/>
          <p:nvPr/>
        </p:nvCxnSpPr>
        <p:spPr>
          <a:xfrm>
            <a:off x="0" y="121897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" name="Google Shape;190;p17"/>
          <p:cNvSpPr txBox="1"/>
          <p:nvPr>
            <p:ph idx="1" type="body"/>
          </p:nvPr>
        </p:nvSpPr>
        <p:spPr>
          <a:xfrm>
            <a:off x="25597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91" name="Google Shape;191;p17"/>
          <p:cNvSpPr txBox="1"/>
          <p:nvPr>
            <p:ph idx="2" type="body"/>
          </p:nvPr>
        </p:nvSpPr>
        <p:spPr>
          <a:xfrm>
            <a:off x="488242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92" name="Google Shape;192;p17"/>
          <p:cNvSpPr txBox="1"/>
          <p:nvPr>
            <p:ph idx="3" type="body"/>
          </p:nvPr>
        </p:nvSpPr>
        <p:spPr>
          <a:xfrm>
            <a:off x="3582350" y="3224900"/>
            <a:ext cx="3639600" cy="16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93" name="Google Shape;193;p17"/>
          <p:cNvSpPr txBox="1"/>
          <p:nvPr>
            <p:ph idx="4" type="subTitle"/>
          </p:nvPr>
        </p:nvSpPr>
        <p:spPr>
          <a:xfrm>
            <a:off x="3582350" y="2987900"/>
            <a:ext cx="3639600" cy="16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94" name="Google Shape;194;p17"/>
          <p:cNvSpPr/>
          <p:nvPr>
            <p:ph idx="5" type="pic"/>
          </p:nvPr>
        </p:nvSpPr>
        <p:spPr>
          <a:xfrm>
            <a:off x="256025" y="2987900"/>
            <a:ext cx="3176400" cy="1904400"/>
          </a:xfrm>
          <a:prstGeom prst="rect">
            <a:avLst/>
          </a:prstGeom>
          <a:noFill/>
          <a:ln>
            <a:noFill/>
          </a:ln>
        </p:spPr>
      </p:sp>
      <p:sp>
        <p:nvSpPr>
          <p:cNvPr id="195" name="Google Shape;195;p17"/>
          <p:cNvSpPr txBox="1"/>
          <p:nvPr>
            <p:ph idx="6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display with image">
  <p:cSld name="BLANK_1_1_1_1_1_1_1_1_1_1_1_2_1_2_1_1">
    <p:bg>
      <p:bgPr>
        <a:solidFill>
          <a:schemeClr val="lt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8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98" name="Google Shape;198;p18"/>
          <p:cNvSpPr/>
          <p:nvPr>
            <p:ph idx="2" type="pic"/>
          </p:nvPr>
        </p:nvSpPr>
        <p:spPr>
          <a:xfrm>
            <a:off x="6565675" y="6375"/>
            <a:ext cx="25782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99" name="Google Shape;199;p18"/>
          <p:cNvSpPr txBox="1"/>
          <p:nvPr>
            <p:ph idx="1" type="body"/>
          </p:nvPr>
        </p:nvSpPr>
        <p:spPr>
          <a:xfrm>
            <a:off x="256600" y="1672900"/>
            <a:ext cx="1881600" cy="7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00" name="Google Shape;200;p18"/>
          <p:cNvSpPr txBox="1"/>
          <p:nvPr>
            <p:ph idx="3" type="title"/>
          </p:nvPr>
        </p:nvSpPr>
        <p:spPr>
          <a:xfrm>
            <a:off x="256600" y="1383825"/>
            <a:ext cx="18816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01" name="Google Shape;201;p18"/>
          <p:cNvSpPr txBox="1"/>
          <p:nvPr>
            <p:ph idx="4" type="body"/>
          </p:nvPr>
        </p:nvSpPr>
        <p:spPr>
          <a:xfrm>
            <a:off x="256600" y="3630275"/>
            <a:ext cx="1881600" cy="7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02" name="Google Shape;202;p18"/>
          <p:cNvSpPr txBox="1"/>
          <p:nvPr>
            <p:ph idx="5" type="title"/>
          </p:nvPr>
        </p:nvSpPr>
        <p:spPr>
          <a:xfrm>
            <a:off x="256600" y="3341200"/>
            <a:ext cx="18816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03" name="Google Shape;203;p18"/>
          <p:cNvSpPr txBox="1"/>
          <p:nvPr>
            <p:ph idx="6" type="body"/>
          </p:nvPr>
        </p:nvSpPr>
        <p:spPr>
          <a:xfrm>
            <a:off x="2582375" y="1672900"/>
            <a:ext cx="1881600" cy="7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04" name="Google Shape;204;p18"/>
          <p:cNvSpPr txBox="1"/>
          <p:nvPr>
            <p:ph idx="7" type="title"/>
          </p:nvPr>
        </p:nvSpPr>
        <p:spPr>
          <a:xfrm>
            <a:off x="2582375" y="1383825"/>
            <a:ext cx="18816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BLANK_1_1_1_1_1_1_1_1_1_1_1_2_1_2_1_1_1">
    <p:bg>
      <p:bgPr>
        <a:solidFill>
          <a:schemeClr val="dk2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9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07" name="Google Shape;207;p19"/>
          <p:cNvSpPr/>
          <p:nvPr/>
        </p:nvSpPr>
        <p:spPr>
          <a:xfrm flipH="1" rot="10800000">
            <a:off x="5434850" y="1434600"/>
            <a:ext cx="3709200" cy="37089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accent3"/>
              </a:gs>
              <a:gs pos="100000">
                <a:schemeClr val="accent3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8" name="Google Shape;208;p19"/>
          <p:cNvSpPr txBox="1"/>
          <p:nvPr>
            <p:ph idx="1" type="body"/>
          </p:nvPr>
        </p:nvSpPr>
        <p:spPr>
          <a:xfrm>
            <a:off x="566475" y="1548175"/>
            <a:ext cx="3639600" cy="8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09" name="Google Shape;209;p19"/>
          <p:cNvSpPr txBox="1"/>
          <p:nvPr>
            <p:ph idx="2" type="title"/>
          </p:nvPr>
        </p:nvSpPr>
        <p:spPr>
          <a:xfrm>
            <a:off x="566475" y="1226825"/>
            <a:ext cx="36396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10" name="Google Shape;210;p19"/>
          <p:cNvSpPr txBox="1"/>
          <p:nvPr>
            <p:ph idx="3" type="body"/>
          </p:nvPr>
        </p:nvSpPr>
        <p:spPr>
          <a:xfrm>
            <a:off x="4937950" y="1548175"/>
            <a:ext cx="3639600" cy="8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11" name="Google Shape;211;p19"/>
          <p:cNvSpPr txBox="1"/>
          <p:nvPr>
            <p:ph idx="4" type="title"/>
          </p:nvPr>
        </p:nvSpPr>
        <p:spPr>
          <a:xfrm>
            <a:off x="4937950" y="1226825"/>
            <a:ext cx="36396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12" name="Google Shape;212;p19"/>
          <p:cNvSpPr txBox="1"/>
          <p:nvPr>
            <p:ph idx="5" type="body"/>
          </p:nvPr>
        </p:nvSpPr>
        <p:spPr>
          <a:xfrm>
            <a:off x="4937925" y="3564300"/>
            <a:ext cx="3639600" cy="8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13" name="Google Shape;213;p19"/>
          <p:cNvSpPr txBox="1"/>
          <p:nvPr>
            <p:ph idx="6" type="title"/>
          </p:nvPr>
        </p:nvSpPr>
        <p:spPr>
          <a:xfrm>
            <a:off x="4937925" y="3242950"/>
            <a:ext cx="36396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14" name="Google Shape;214;p19"/>
          <p:cNvSpPr txBox="1"/>
          <p:nvPr>
            <p:ph idx="7" type="body"/>
          </p:nvPr>
        </p:nvSpPr>
        <p:spPr>
          <a:xfrm>
            <a:off x="566500" y="3564300"/>
            <a:ext cx="3639600" cy="8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15" name="Google Shape;215;p19"/>
          <p:cNvSpPr txBox="1"/>
          <p:nvPr>
            <p:ph idx="8" type="title"/>
          </p:nvPr>
        </p:nvSpPr>
        <p:spPr>
          <a:xfrm>
            <a:off x="566500" y="3242950"/>
            <a:ext cx="3639600" cy="1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16" name="Google Shape;216;p19"/>
          <p:cNvSpPr txBox="1"/>
          <p:nvPr>
            <p:ph idx="9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1">
  <p:cSld name="BLANK_1_1_1_1_1_1_1_1_1_1_1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/>
          <p:nvPr/>
        </p:nvSpPr>
        <p:spPr>
          <a:xfrm flipH="1" rot="10800000">
            <a:off x="6711875" y="2691600"/>
            <a:ext cx="2451900" cy="24519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accent3"/>
              </a:gs>
              <a:gs pos="100000">
                <a:schemeClr val="accent3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9" name="Google Shape;219;p20"/>
          <p:cNvSpPr txBox="1"/>
          <p:nvPr>
            <p:ph idx="1" type="subTitle"/>
          </p:nvPr>
        </p:nvSpPr>
        <p:spPr>
          <a:xfrm>
            <a:off x="4994475" y="1093500"/>
            <a:ext cx="3168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220" name="Google Shape;220;p20"/>
          <p:cNvSpPr txBox="1"/>
          <p:nvPr>
            <p:ph idx="2" type="subTitle"/>
          </p:nvPr>
        </p:nvSpPr>
        <p:spPr>
          <a:xfrm>
            <a:off x="4994475" y="1721375"/>
            <a:ext cx="3168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221" name="Google Shape;221;p20"/>
          <p:cNvSpPr txBox="1"/>
          <p:nvPr>
            <p:ph idx="3" type="subTitle"/>
          </p:nvPr>
        </p:nvSpPr>
        <p:spPr>
          <a:xfrm>
            <a:off x="4994475" y="2349250"/>
            <a:ext cx="3168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222" name="Google Shape;222;p20"/>
          <p:cNvSpPr txBox="1"/>
          <p:nvPr>
            <p:ph idx="4" type="subTitle"/>
          </p:nvPr>
        </p:nvSpPr>
        <p:spPr>
          <a:xfrm>
            <a:off x="4994475" y="2977125"/>
            <a:ext cx="3168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223" name="Google Shape;223;p20"/>
          <p:cNvSpPr txBox="1"/>
          <p:nvPr>
            <p:ph idx="5" type="subTitle"/>
          </p:nvPr>
        </p:nvSpPr>
        <p:spPr>
          <a:xfrm>
            <a:off x="4994475" y="3605000"/>
            <a:ext cx="3168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224" name="Google Shape;224;p20"/>
          <p:cNvSpPr txBox="1"/>
          <p:nvPr>
            <p:ph idx="6" type="subTitle"/>
          </p:nvPr>
        </p:nvSpPr>
        <p:spPr>
          <a:xfrm>
            <a:off x="4994475" y="4232875"/>
            <a:ext cx="3168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225" name="Google Shape;225;p20"/>
          <p:cNvSpPr/>
          <p:nvPr>
            <p:ph idx="7" type="pic"/>
          </p:nvPr>
        </p:nvSpPr>
        <p:spPr>
          <a:xfrm>
            <a:off x="50" y="1278300"/>
            <a:ext cx="4285500" cy="3865200"/>
          </a:xfrm>
          <a:prstGeom prst="rect">
            <a:avLst/>
          </a:prstGeom>
          <a:noFill/>
          <a:ln>
            <a:noFill/>
          </a:ln>
        </p:spPr>
      </p:sp>
      <p:sp>
        <p:nvSpPr>
          <p:cNvPr id="226" name="Google Shape;226;p20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27" name="Google Shape;227;p20"/>
          <p:cNvSpPr txBox="1"/>
          <p:nvPr>
            <p:ph idx="8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8" name="Google Shape;228;p20"/>
          <p:cNvSpPr txBox="1"/>
          <p:nvPr>
            <p:ph idx="9" type="subTitle"/>
          </p:nvPr>
        </p:nvSpPr>
        <p:spPr>
          <a:xfrm>
            <a:off x="5343675" y="1093500"/>
            <a:ext cx="35445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9pPr>
          </a:lstStyle>
          <a:p/>
        </p:txBody>
      </p:sp>
      <p:sp>
        <p:nvSpPr>
          <p:cNvPr id="229" name="Google Shape;229;p20"/>
          <p:cNvSpPr txBox="1"/>
          <p:nvPr>
            <p:ph idx="13" type="subTitle"/>
          </p:nvPr>
        </p:nvSpPr>
        <p:spPr>
          <a:xfrm>
            <a:off x="5343675" y="1721375"/>
            <a:ext cx="35445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9pPr>
          </a:lstStyle>
          <a:p/>
        </p:txBody>
      </p:sp>
      <p:sp>
        <p:nvSpPr>
          <p:cNvPr id="230" name="Google Shape;230;p20"/>
          <p:cNvSpPr txBox="1"/>
          <p:nvPr>
            <p:ph idx="14" type="subTitle"/>
          </p:nvPr>
        </p:nvSpPr>
        <p:spPr>
          <a:xfrm>
            <a:off x="5343675" y="2349250"/>
            <a:ext cx="35445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9pPr>
          </a:lstStyle>
          <a:p/>
        </p:txBody>
      </p:sp>
      <p:sp>
        <p:nvSpPr>
          <p:cNvPr id="231" name="Google Shape;231;p20"/>
          <p:cNvSpPr txBox="1"/>
          <p:nvPr>
            <p:ph idx="15" type="subTitle"/>
          </p:nvPr>
        </p:nvSpPr>
        <p:spPr>
          <a:xfrm>
            <a:off x="5343675" y="2977125"/>
            <a:ext cx="35445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9pPr>
          </a:lstStyle>
          <a:p/>
        </p:txBody>
      </p:sp>
      <p:sp>
        <p:nvSpPr>
          <p:cNvPr id="232" name="Google Shape;232;p20"/>
          <p:cNvSpPr txBox="1"/>
          <p:nvPr>
            <p:ph idx="16" type="subTitle"/>
          </p:nvPr>
        </p:nvSpPr>
        <p:spPr>
          <a:xfrm>
            <a:off x="5343675" y="3605000"/>
            <a:ext cx="35445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9pPr>
          </a:lstStyle>
          <a:p/>
        </p:txBody>
      </p:sp>
      <p:sp>
        <p:nvSpPr>
          <p:cNvPr id="233" name="Google Shape;233;p20"/>
          <p:cNvSpPr txBox="1"/>
          <p:nvPr>
            <p:ph idx="17" type="subTitle"/>
          </p:nvPr>
        </p:nvSpPr>
        <p:spPr>
          <a:xfrm>
            <a:off x="5343675" y="4232875"/>
            <a:ext cx="35445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alt">
  <p:cSld name="BLANK_1_1_1_1_1_1_1_1_1_1_1_1_1_1_1_1_1_1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1"/>
          <p:cNvSpPr txBox="1"/>
          <p:nvPr>
            <p:ph idx="1" type="body"/>
          </p:nvPr>
        </p:nvSpPr>
        <p:spPr>
          <a:xfrm>
            <a:off x="256025" y="4056350"/>
            <a:ext cx="2661300" cy="8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36" name="Google Shape;236;p21"/>
          <p:cNvSpPr txBox="1"/>
          <p:nvPr>
            <p:ph idx="2" type="body"/>
          </p:nvPr>
        </p:nvSpPr>
        <p:spPr>
          <a:xfrm>
            <a:off x="3241424" y="4056350"/>
            <a:ext cx="2661300" cy="8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37" name="Google Shape;237;p21"/>
          <p:cNvSpPr txBox="1"/>
          <p:nvPr>
            <p:ph idx="3" type="body"/>
          </p:nvPr>
        </p:nvSpPr>
        <p:spPr>
          <a:xfrm>
            <a:off x="6226798" y="4056350"/>
            <a:ext cx="2661300" cy="8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38" name="Google Shape;238;p21"/>
          <p:cNvSpPr/>
          <p:nvPr>
            <p:ph idx="4" type="pic"/>
          </p:nvPr>
        </p:nvSpPr>
        <p:spPr>
          <a:xfrm>
            <a:off x="256025" y="1597425"/>
            <a:ext cx="2661300" cy="1966200"/>
          </a:xfrm>
          <a:prstGeom prst="rect">
            <a:avLst/>
          </a:prstGeom>
          <a:noFill/>
          <a:ln>
            <a:noFill/>
          </a:ln>
        </p:spPr>
      </p:sp>
      <p:sp>
        <p:nvSpPr>
          <p:cNvPr id="239" name="Google Shape;239;p21"/>
          <p:cNvSpPr/>
          <p:nvPr>
            <p:ph idx="5" type="pic"/>
          </p:nvPr>
        </p:nvSpPr>
        <p:spPr>
          <a:xfrm>
            <a:off x="3241425" y="1597425"/>
            <a:ext cx="2661300" cy="19662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21"/>
          <p:cNvSpPr/>
          <p:nvPr>
            <p:ph idx="6" type="pic"/>
          </p:nvPr>
        </p:nvSpPr>
        <p:spPr>
          <a:xfrm>
            <a:off x="6226825" y="1588650"/>
            <a:ext cx="2661300" cy="19662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21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42" name="Google Shape;242;p21"/>
          <p:cNvSpPr txBox="1"/>
          <p:nvPr>
            <p:ph idx="7" type="subTitle"/>
          </p:nvPr>
        </p:nvSpPr>
        <p:spPr>
          <a:xfrm>
            <a:off x="256050" y="3765870"/>
            <a:ext cx="2661300" cy="16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3" name="Google Shape;243;p21"/>
          <p:cNvSpPr txBox="1"/>
          <p:nvPr>
            <p:ph idx="8" type="subTitle"/>
          </p:nvPr>
        </p:nvSpPr>
        <p:spPr>
          <a:xfrm>
            <a:off x="3241350" y="3765870"/>
            <a:ext cx="2661300" cy="16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4" name="Google Shape;244;p21"/>
          <p:cNvSpPr txBox="1"/>
          <p:nvPr>
            <p:ph idx="9" type="subTitle"/>
          </p:nvPr>
        </p:nvSpPr>
        <p:spPr>
          <a:xfrm>
            <a:off x="6226650" y="3765870"/>
            <a:ext cx="2661300" cy="16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" name="Google Shape;245;p21"/>
          <p:cNvSpPr txBox="1"/>
          <p:nvPr>
            <p:ph idx="13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">
  <p:cSld name="BLANK_1_1_1_1_1_1_1_1_1_1_1_1_1_1_1_1_1_1_1_2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2"/>
          <p:cNvSpPr/>
          <p:nvPr>
            <p:ph idx="2" type="pic"/>
          </p:nvPr>
        </p:nvSpPr>
        <p:spPr>
          <a:xfrm>
            <a:off x="2725025" y="1596075"/>
            <a:ext cx="1498500" cy="1498500"/>
          </a:xfrm>
          <a:prstGeom prst="rect">
            <a:avLst/>
          </a:prstGeom>
          <a:noFill/>
          <a:ln>
            <a:noFill/>
          </a:ln>
        </p:spPr>
      </p:sp>
      <p:sp>
        <p:nvSpPr>
          <p:cNvPr id="248" name="Google Shape;248;p22"/>
          <p:cNvSpPr/>
          <p:nvPr>
            <p:ph idx="3" type="pic"/>
          </p:nvPr>
        </p:nvSpPr>
        <p:spPr>
          <a:xfrm>
            <a:off x="7115925" y="1596075"/>
            <a:ext cx="1498500" cy="1498500"/>
          </a:xfrm>
          <a:prstGeom prst="rect">
            <a:avLst/>
          </a:prstGeom>
          <a:noFill/>
          <a:ln>
            <a:noFill/>
          </a:ln>
        </p:spPr>
      </p:sp>
      <p:sp>
        <p:nvSpPr>
          <p:cNvPr id="249" name="Google Shape;249;p22"/>
          <p:cNvSpPr/>
          <p:nvPr>
            <p:ph idx="4" type="pic"/>
          </p:nvPr>
        </p:nvSpPr>
        <p:spPr>
          <a:xfrm>
            <a:off x="4920475" y="1596075"/>
            <a:ext cx="1498500" cy="1498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0" name="Google Shape;250;p22"/>
          <p:cNvSpPr/>
          <p:nvPr>
            <p:ph idx="5" type="pic"/>
          </p:nvPr>
        </p:nvSpPr>
        <p:spPr>
          <a:xfrm>
            <a:off x="529575" y="1596075"/>
            <a:ext cx="1498500" cy="1498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1" name="Google Shape;251;p22"/>
          <p:cNvSpPr txBox="1"/>
          <p:nvPr>
            <p:ph type="title"/>
          </p:nvPr>
        </p:nvSpPr>
        <p:spPr>
          <a:xfrm>
            <a:off x="529575" y="3352550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52" name="Google Shape;252;p22"/>
          <p:cNvSpPr txBox="1"/>
          <p:nvPr>
            <p:ph idx="6"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53" name="Google Shape;253;p22"/>
          <p:cNvSpPr txBox="1"/>
          <p:nvPr>
            <p:ph idx="7" type="title"/>
          </p:nvPr>
        </p:nvSpPr>
        <p:spPr>
          <a:xfrm>
            <a:off x="529575" y="3582694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54" name="Google Shape;254;p22"/>
          <p:cNvSpPr txBox="1"/>
          <p:nvPr>
            <p:ph idx="8" type="title"/>
          </p:nvPr>
        </p:nvSpPr>
        <p:spPr>
          <a:xfrm>
            <a:off x="2725025" y="3352550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55" name="Google Shape;255;p22"/>
          <p:cNvSpPr txBox="1"/>
          <p:nvPr>
            <p:ph idx="9" type="title"/>
          </p:nvPr>
        </p:nvSpPr>
        <p:spPr>
          <a:xfrm>
            <a:off x="2725025" y="3582694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56" name="Google Shape;256;p22"/>
          <p:cNvSpPr txBox="1"/>
          <p:nvPr>
            <p:ph idx="13" type="title"/>
          </p:nvPr>
        </p:nvSpPr>
        <p:spPr>
          <a:xfrm>
            <a:off x="4920475" y="3352550"/>
            <a:ext cx="1498500" cy="1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57" name="Google Shape;257;p22"/>
          <p:cNvSpPr txBox="1"/>
          <p:nvPr>
            <p:ph idx="14" type="title"/>
          </p:nvPr>
        </p:nvSpPr>
        <p:spPr>
          <a:xfrm>
            <a:off x="4920475" y="3582694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58" name="Google Shape;258;p22"/>
          <p:cNvSpPr txBox="1"/>
          <p:nvPr>
            <p:ph idx="15" type="title"/>
          </p:nvPr>
        </p:nvSpPr>
        <p:spPr>
          <a:xfrm>
            <a:off x="7115925" y="3352550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59" name="Google Shape;259;p22"/>
          <p:cNvSpPr txBox="1"/>
          <p:nvPr>
            <p:ph idx="16" type="title"/>
          </p:nvPr>
        </p:nvSpPr>
        <p:spPr>
          <a:xfrm>
            <a:off x="7115925" y="3582694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0" name="Google Shape;260;p22"/>
          <p:cNvSpPr txBox="1"/>
          <p:nvPr>
            <p:ph idx="1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 - Alt 1">
  <p:cSld name="BLANK_1_1_1_1_1_1_1_1_1_1_1_1_1_1_1_1_1_1_1_2_1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3"/>
          <p:cNvSpPr/>
          <p:nvPr>
            <p:ph idx="2" type="pic"/>
          </p:nvPr>
        </p:nvSpPr>
        <p:spPr>
          <a:xfrm>
            <a:off x="2725025" y="1596075"/>
            <a:ext cx="1498500" cy="1498500"/>
          </a:xfrm>
          <a:prstGeom prst="rect">
            <a:avLst/>
          </a:prstGeom>
          <a:noFill/>
          <a:ln>
            <a:noFill/>
          </a:ln>
        </p:spPr>
      </p:sp>
      <p:sp>
        <p:nvSpPr>
          <p:cNvPr id="263" name="Google Shape;263;p23"/>
          <p:cNvSpPr/>
          <p:nvPr>
            <p:ph idx="3" type="pic"/>
          </p:nvPr>
        </p:nvSpPr>
        <p:spPr>
          <a:xfrm>
            <a:off x="7115925" y="1596075"/>
            <a:ext cx="1498500" cy="1498500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23"/>
          <p:cNvSpPr/>
          <p:nvPr>
            <p:ph idx="4" type="pic"/>
          </p:nvPr>
        </p:nvSpPr>
        <p:spPr>
          <a:xfrm>
            <a:off x="4920475" y="1596075"/>
            <a:ext cx="1498500" cy="1498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65" name="Google Shape;265;p23"/>
          <p:cNvSpPr/>
          <p:nvPr>
            <p:ph idx="5" type="pic"/>
          </p:nvPr>
        </p:nvSpPr>
        <p:spPr>
          <a:xfrm>
            <a:off x="529575" y="1596075"/>
            <a:ext cx="1498500" cy="1498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66" name="Google Shape;266;p23"/>
          <p:cNvSpPr txBox="1"/>
          <p:nvPr>
            <p:ph type="title"/>
          </p:nvPr>
        </p:nvSpPr>
        <p:spPr>
          <a:xfrm>
            <a:off x="529575" y="3352550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67" name="Google Shape;267;p23"/>
          <p:cNvSpPr txBox="1"/>
          <p:nvPr>
            <p:ph idx="6"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68" name="Google Shape;268;p23"/>
          <p:cNvSpPr txBox="1"/>
          <p:nvPr>
            <p:ph idx="7" type="title"/>
          </p:nvPr>
        </p:nvSpPr>
        <p:spPr>
          <a:xfrm>
            <a:off x="529575" y="3582694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9" name="Google Shape;269;p23"/>
          <p:cNvSpPr txBox="1"/>
          <p:nvPr>
            <p:ph idx="8" type="title"/>
          </p:nvPr>
        </p:nvSpPr>
        <p:spPr>
          <a:xfrm>
            <a:off x="2725025" y="3352550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70" name="Google Shape;270;p23"/>
          <p:cNvSpPr txBox="1"/>
          <p:nvPr>
            <p:ph idx="9" type="title"/>
          </p:nvPr>
        </p:nvSpPr>
        <p:spPr>
          <a:xfrm>
            <a:off x="2725025" y="3582694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71" name="Google Shape;271;p23"/>
          <p:cNvSpPr txBox="1"/>
          <p:nvPr>
            <p:ph idx="13" type="title"/>
          </p:nvPr>
        </p:nvSpPr>
        <p:spPr>
          <a:xfrm>
            <a:off x="4920475" y="3352550"/>
            <a:ext cx="1498500" cy="1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72" name="Google Shape;272;p23"/>
          <p:cNvSpPr txBox="1"/>
          <p:nvPr>
            <p:ph idx="14" type="title"/>
          </p:nvPr>
        </p:nvSpPr>
        <p:spPr>
          <a:xfrm>
            <a:off x="4920475" y="3582694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73" name="Google Shape;273;p23"/>
          <p:cNvSpPr txBox="1"/>
          <p:nvPr>
            <p:ph idx="15" type="title"/>
          </p:nvPr>
        </p:nvSpPr>
        <p:spPr>
          <a:xfrm>
            <a:off x="7115925" y="3352550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74" name="Google Shape;274;p23"/>
          <p:cNvSpPr txBox="1"/>
          <p:nvPr>
            <p:ph idx="16" type="title"/>
          </p:nvPr>
        </p:nvSpPr>
        <p:spPr>
          <a:xfrm>
            <a:off x="7115925" y="3582694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75" name="Google Shape;275;p23"/>
          <p:cNvSpPr txBox="1"/>
          <p:nvPr>
            <p:ph idx="1" type="body"/>
          </p:nvPr>
        </p:nvSpPr>
        <p:spPr>
          <a:xfrm>
            <a:off x="2432125" y="3851275"/>
            <a:ext cx="2085000" cy="7758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>
            <a:lvl1pPr indent="-2857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76" name="Google Shape;276;p23"/>
          <p:cNvSpPr txBox="1"/>
          <p:nvPr>
            <p:ph idx="17" type="body"/>
          </p:nvPr>
        </p:nvSpPr>
        <p:spPr>
          <a:xfrm>
            <a:off x="256025" y="3851275"/>
            <a:ext cx="2066400" cy="7758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>
            <a:lvl1pPr indent="-2857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77" name="Google Shape;277;p23"/>
          <p:cNvSpPr txBox="1"/>
          <p:nvPr>
            <p:ph idx="18" type="body"/>
          </p:nvPr>
        </p:nvSpPr>
        <p:spPr>
          <a:xfrm>
            <a:off x="6821675" y="3851275"/>
            <a:ext cx="2066400" cy="7758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>
            <a:lvl1pPr indent="-2857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78" name="Google Shape;278;p23"/>
          <p:cNvSpPr txBox="1"/>
          <p:nvPr>
            <p:ph idx="19" type="body"/>
          </p:nvPr>
        </p:nvSpPr>
        <p:spPr>
          <a:xfrm>
            <a:off x="4629100" y="3851275"/>
            <a:ext cx="2085000" cy="7758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79" name="Google Shape;279;p23"/>
          <p:cNvSpPr txBox="1"/>
          <p:nvPr>
            <p:ph idx="20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BLANK_1_1_1_1_1_1_1_1_1_1_1_1_1_1_1_1_1_1_1_1_1_1">
    <p:bg>
      <p:bgPr>
        <a:solidFill>
          <a:schemeClr val="dk2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4"/>
          <p:cNvSpPr/>
          <p:nvPr/>
        </p:nvSpPr>
        <p:spPr>
          <a:xfrm>
            <a:off x="0" y="1182000"/>
            <a:ext cx="1873200" cy="3060300"/>
          </a:xfrm>
          <a:prstGeom prst="ellipse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2" name="Google Shape;282;p24"/>
          <p:cNvSpPr/>
          <p:nvPr/>
        </p:nvSpPr>
        <p:spPr>
          <a:xfrm>
            <a:off x="0" y="1182000"/>
            <a:ext cx="1873200" cy="18732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3" name="Google Shape;283;p24"/>
          <p:cNvSpPr/>
          <p:nvPr/>
        </p:nvSpPr>
        <p:spPr>
          <a:xfrm>
            <a:off x="0" y="1182000"/>
            <a:ext cx="1873200" cy="683700"/>
          </a:xfrm>
          <a:prstGeom prst="ellipse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0" y="0"/>
            <a:ext cx="1873200" cy="1182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806250" y="1052675"/>
            <a:ext cx="260700" cy="260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6" name="Google Shape;286;p24"/>
          <p:cNvSpPr/>
          <p:nvPr/>
        </p:nvSpPr>
        <p:spPr>
          <a:xfrm>
            <a:off x="0" y="4246550"/>
            <a:ext cx="9144000" cy="901200"/>
          </a:xfrm>
          <a:prstGeom prst="rect">
            <a:avLst/>
          </a:prstGeom>
          <a:gradFill>
            <a:gsLst>
              <a:gs pos="0">
                <a:schemeClr val="dk1"/>
              </a:gs>
              <a:gs pos="72000">
                <a:schemeClr val="dk2"/>
              </a:gs>
              <a:gs pos="100000">
                <a:schemeClr val="dk2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87" name="Google Shape;287;p24"/>
          <p:cNvCxnSpPr/>
          <p:nvPr/>
        </p:nvCxnSpPr>
        <p:spPr>
          <a:xfrm>
            <a:off x="0" y="424442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24"/>
          <p:cNvCxnSpPr/>
          <p:nvPr/>
        </p:nvCxnSpPr>
        <p:spPr>
          <a:xfrm>
            <a:off x="1873325" y="0"/>
            <a:ext cx="0" cy="4242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9" name="Google Shape;289;p24"/>
          <p:cNvSpPr txBox="1"/>
          <p:nvPr>
            <p:ph type="title"/>
          </p:nvPr>
        </p:nvSpPr>
        <p:spPr>
          <a:xfrm>
            <a:off x="2322425" y="602225"/>
            <a:ext cx="6565800" cy="6420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90" name="Google Shape;290;p24"/>
          <p:cNvSpPr txBox="1"/>
          <p:nvPr>
            <p:ph idx="2" type="title"/>
          </p:nvPr>
        </p:nvSpPr>
        <p:spPr>
          <a:xfrm>
            <a:off x="2322425" y="1389575"/>
            <a:ext cx="6565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93" name="Google Shape;293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98" name="Google Shape;29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301" name="Google Shape;301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2" name="Google Shape;302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7" name="Google Shape;307;p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12" name="Google Shape;312;p3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13" name="Google Shape;313;p3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18" name="Google Shape;318;p3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6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322" name="Google Shape;322;p36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3" name="Google Shape;323;p36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4" name="Google Shape;324;p36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5" name="Google Shape;325;p36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6" name="Google Shape;326;p36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7" name="Google Shape;327;p36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330" name="Google Shape;330;p37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31" name="Google Shape;331;p37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34" name="Google Shape;334;p38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35" name="Google Shape;335;p38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36" name="Google Shape;336;p38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7" name="Google Shape;337;p38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9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40" name="Google Shape;340;p39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41" name="Google Shape;341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2" name="Google Shape;342;p39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3" name="Google Shape;343;p39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4" name="Google Shape;344;p39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5" name="Google Shape;345;p39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0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48" name="Google Shape;348;p40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49" name="Google Shape;349;p40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50" name="Google Shape;350;p40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51" name="Google Shape;351;p40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2" name="Google Shape;352;p40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3" name="Google Shape;353;p40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4" name="Google Shape;354;p40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5" name="Google Shape;355;p40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358" name="Google Shape;358;p41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2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1" name="Google Shape;361;p42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62" name="Google Shape;362;p42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63" name="Google Shape;363;p42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4" name="Google Shape;364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365" name="Google Shape;365;p42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66" name="Google Shape;366;p42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3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9" name="Google Shape;369;p43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0" name="Google Shape;370;p43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1" name="Google Shape;371;p43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2" name="Google Shape;372;p43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3" name="Google Shape;373;p43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4" name="Google Shape;374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375" name="Google Shape;375;p43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6" name="Google Shape;376;p43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7" name="Google Shape;377;p43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4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5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2" name="Google Shape;382;p45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3" name="Google Shape;383;p45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4" name="Google Shape;384;p45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45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45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45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388" name="Google Shape;388;p45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45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0" name="Google Shape;390;p45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45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56025" y="2647675"/>
            <a:ext cx="3639600" cy="22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56025" y="499600"/>
            <a:ext cx="5366700" cy="12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i="1" sz="48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sz="48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sz="48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sz="48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sz="48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sz="48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sz="48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sz="48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sz="48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564425" y="2634200"/>
            <a:ext cx="3565200" cy="15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61">
          <p15:clr>
            <a:srgbClr val="E46962"/>
          </p15:clr>
        </p15:guide>
        <p15:guide id="2" pos="5599">
          <p15:clr>
            <a:srgbClr val="E46962"/>
          </p15:clr>
        </p15:guide>
        <p15:guide id="3" orient="horz" pos="161">
          <p15:clr>
            <a:srgbClr val="E46962"/>
          </p15:clr>
        </p15:guide>
        <p15:guide id="4" orient="horz" pos="3079">
          <p15:clr>
            <a:srgbClr val="E46962"/>
          </p15:clr>
        </p15:guide>
        <p15:guide id="5" pos="1463">
          <p15:clr>
            <a:srgbClr val="E46962"/>
          </p15:clr>
        </p15:guide>
        <p15:guide id="6" pos="1532">
          <p15:clr>
            <a:srgbClr val="E46962"/>
          </p15:clr>
        </p15:guide>
        <p15:guide id="7" pos="2845">
          <p15:clr>
            <a:srgbClr val="E46962"/>
          </p15:clr>
        </p15:guide>
        <p15:guide id="8" pos="2916">
          <p15:clr>
            <a:srgbClr val="E46962"/>
          </p15:clr>
        </p15:guide>
        <p15:guide id="9" pos="4228">
          <p15:clr>
            <a:srgbClr val="E46962"/>
          </p15:clr>
        </p15:guide>
        <p15:guide id="10" pos="4297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ue sky and fluffy clouds" id="395" name="Google Shape;395;p46"/>
          <p:cNvPicPr preferRelativeResize="0"/>
          <p:nvPr/>
        </p:nvPicPr>
        <p:blipFill rotWithShape="1">
          <a:blip r:embed="rId3">
            <a:alphaModFix/>
          </a:blip>
          <a:srcRect b="-12279" l="22481" r="30409" t="-22802"/>
          <a:stretch/>
        </p:blipFill>
        <p:spPr>
          <a:xfrm rot="-5400000">
            <a:off x="4693500" y="695025"/>
            <a:ext cx="3054300" cy="58467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pic>
      <p:sp>
        <p:nvSpPr>
          <p:cNvPr id="396" name="Google Shape;396;p46"/>
          <p:cNvSpPr txBox="1"/>
          <p:nvPr>
            <p:ph type="title"/>
          </p:nvPr>
        </p:nvSpPr>
        <p:spPr>
          <a:xfrm>
            <a:off x="256050" y="3313175"/>
            <a:ext cx="23526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/>
              <a:t>Madhulika Sawant</a:t>
            </a:r>
            <a:endParaRPr i="0" sz="1200"/>
          </a:p>
        </p:txBody>
      </p:sp>
      <p:sp>
        <p:nvSpPr>
          <p:cNvPr id="397" name="Google Shape;397;p46"/>
          <p:cNvSpPr txBox="1"/>
          <p:nvPr>
            <p:ph idx="4" type="title"/>
          </p:nvPr>
        </p:nvSpPr>
        <p:spPr>
          <a:xfrm>
            <a:off x="256050" y="256025"/>
            <a:ext cx="8631900" cy="113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/>
              <a:t>Historical Weather Data Dashboard</a:t>
            </a:r>
            <a:endParaRPr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398" name="Google Shape;398;p46"/>
          <p:cNvSpPr txBox="1"/>
          <p:nvPr>
            <p:ph idx="3" type="title"/>
          </p:nvPr>
        </p:nvSpPr>
        <p:spPr>
          <a:xfrm>
            <a:off x="256050" y="3800525"/>
            <a:ext cx="235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/>
          </a:p>
        </p:txBody>
      </p:sp>
      <p:sp>
        <p:nvSpPr>
          <p:cNvPr id="399" name="Google Shape;399;p46"/>
          <p:cNvSpPr txBox="1"/>
          <p:nvPr>
            <p:ph idx="1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</p:txBody>
      </p:sp>
      <p:cxnSp>
        <p:nvCxnSpPr>
          <p:cNvPr id="400" name="Google Shape;400;p46"/>
          <p:cNvCxnSpPr/>
          <p:nvPr/>
        </p:nvCxnSpPr>
        <p:spPr>
          <a:xfrm>
            <a:off x="3297300" y="3618375"/>
            <a:ext cx="58467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1" name="Google Shape;401;p46"/>
          <p:cNvSpPr/>
          <p:nvPr/>
        </p:nvSpPr>
        <p:spPr>
          <a:xfrm>
            <a:off x="6093575" y="2093150"/>
            <a:ext cx="3050400" cy="30504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2" name="Google Shape;402;p46"/>
          <p:cNvSpPr/>
          <p:nvPr/>
        </p:nvSpPr>
        <p:spPr>
          <a:xfrm flipH="1">
            <a:off x="8338700" y="2810925"/>
            <a:ext cx="1614900" cy="1614900"/>
          </a:xfrm>
          <a:prstGeom prst="arc">
            <a:avLst>
              <a:gd fmla="val 16200000" name="adj1"/>
              <a:gd fmla="val 5413833" name="adj2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Parameters</a:t>
            </a:r>
            <a:endParaRPr/>
          </a:p>
        </p:txBody>
      </p:sp>
      <p:sp>
        <p:nvSpPr>
          <p:cNvPr id="408" name="Google Shape;408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Airport locations selected instead of city center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SFO San Francisco, CA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LAS Las Vegas, NV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LAX Los Angeles, CA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Ingested daily historical weather data 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Jan 2023 - Dec 2025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8"/>
          <p:cNvSpPr txBox="1"/>
          <p:nvPr>
            <p:ph idx="4294967295" type="title"/>
          </p:nvPr>
        </p:nvSpPr>
        <p:spPr>
          <a:xfrm>
            <a:off x="256025" y="213150"/>
            <a:ext cx="57501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Backend Flow</a:t>
            </a:r>
            <a:endParaRPr/>
          </a:p>
        </p:txBody>
      </p:sp>
      <p:cxnSp>
        <p:nvCxnSpPr>
          <p:cNvPr id="414" name="Google Shape;414;p48"/>
          <p:cNvCxnSpPr/>
          <p:nvPr/>
        </p:nvCxnSpPr>
        <p:spPr>
          <a:xfrm>
            <a:off x="0" y="121897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15" name="Google Shape;41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9175" y="1549375"/>
            <a:ext cx="6869550" cy="345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Ingestion</a:t>
            </a:r>
            <a:endParaRPr/>
          </a:p>
        </p:txBody>
      </p:sp>
      <p:sp>
        <p:nvSpPr>
          <p:cNvPr id="421" name="Google Shape;421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Manual ingestion for predefined set for locations (stored in </a:t>
            </a:r>
            <a:r>
              <a:rPr i="1" lang="en" sz="1500">
                <a:solidFill>
                  <a:srgbClr val="FF9900"/>
                </a:solidFill>
              </a:rPr>
              <a:t>locations</a:t>
            </a:r>
            <a:r>
              <a:rPr lang="en" sz="1500"/>
              <a:t> table) and given date range.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Writes received response per location to file of format </a:t>
            </a:r>
            <a:r>
              <a:rPr i="1" lang="en" sz="1500">
                <a:solidFill>
                  <a:srgbClr val="FF9900"/>
                </a:solidFill>
              </a:rPr>
              <a:t>{city}-{start_date}-{end_date}.json</a:t>
            </a:r>
            <a:endParaRPr i="1" sz="1500">
              <a:solidFill>
                <a:srgbClr val="FF99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Stores all files in data/ folder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 entry is inserted in </a:t>
            </a:r>
            <a:r>
              <a:rPr i="1" lang="en" sz="1500">
                <a:solidFill>
                  <a:srgbClr val="FF9900"/>
                </a:solidFill>
              </a:rPr>
              <a:t>ingested_files</a:t>
            </a:r>
            <a:r>
              <a:rPr lang="en" sz="1500"/>
              <a:t> table with status PENDING.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Decouples ingestion from processing of files, making it easier to reprocess files if data gets corrupted or processing pipeline breaks.</a:t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Processing</a:t>
            </a:r>
            <a:endParaRPr/>
          </a:p>
        </p:txBody>
      </p:sp>
      <p:sp>
        <p:nvSpPr>
          <p:cNvPr id="427" name="Google Shape;427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Fetches all PENDING files and processes upto 5 files simultaneously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Flattens response nested fields, by exploding data using </a:t>
            </a:r>
            <a:r>
              <a:rPr i="1" lang="en" sz="1500">
                <a:solidFill>
                  <a:srgbClr val="FF9900"/>
                </a:solidFill>
              </a:rPr>
              <a:t>df.explode()</a:t>
            </a:r>
            <a:endParaRPr i="1" sz="1500">
              <a:solidFill>
                <a:srgbClr val="FF99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Standardizes data types for attributes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Renamed columns to include unit of measurement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Valid value range checks for metrics (clipped values using </a:t>
            </a:r>
            <a:r>
              <a:rPr i="1" lang="en" sz="1500">
                <a:solidFill>
                  <a:srgbClr val="FF9900"/>
                </a:solidFill>
              </a:rPr>
              <a:t>df.clip()</a:t>
            </a:r>
            <a:r>
              <a:rPr lang="en" sz="1500"/>
              <a:t>)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-273.15 °C &lt;= Temperature &lt;= 1.42e32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Wind speed &gt;= 0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Precipitation &gt;= 0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0 &lt;= Precipitation hours &lt;= 24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0 &lt;=  Avg cloud cover % &lt;= 100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Created new columns like epoch_timestamp, day_of_month, month_int, etc…</a:t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Processing</a:t>
            </a:r>
            <a:endParaRPr/>
          </a:p>
        </p:txBody>
      </p:sp>
      <p:sp>
        <p:nvSpPr>
          <p:cNvPr id="433" name="Google Shape;433;p51"/>
          <p:cNvSpPr txBox="1"/>
          <p:nvPr>
            <p:ph idx="1" type="body"/>
          </p:nvPr>
        </p:nvSpPr>
        <p:spPr>
          <a:xfrm>
            <a:off x="311700" y="1152475"/>
            <a:ext cx="8520600" cy="37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No missing values in the data but includes imputation step for potential missing values: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Random missing values</a:t>
            </a:r>
            <a:endParaRPr sz="1500"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 sz="1500"/>
              <a:t>For </a:t>
            </a:r>
            <a:r>
              <a:rPr lang="en" sz="1500"/>
              <a:t>continuous</a:t>
            </a:r>
            <a:r>
              <a:rPr lang="en" sz="1500"/>
              <a:t> observed metrics like temperature, wind speed, imputation done by interpolation</a:t>
            </a:r>
            <a:endParaRPr sz="1500"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 sz="1500"/>
              <a:t>For episodic metrics like precipitation, imputed with 0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Consecutive missing values</a:t>
            </a:r>
            <a:endParaRPr sz="1500"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 sz="1500"/>
              <a:t>For continuous observed metrics like temperature, wind speed, imputation value is average over a 14 day window near missing values</a:t>
            </a:r>
            <a:endParaRPr sz="1500"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 sz="1500"/>
              <a:t>For episodic metrics like precipitation, hybrid fill (forward fill 7 days and backward fill 7 days to create variance)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Deduplication of data handled by ignoring entries, present in the database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On successful processing, updates status of entry in </a:t>
            </a:r>
            <a:r>
              <a:rPr i="1" lang="en" sz="1500">
                <a:solidFill>
                  <a:srgbClr val="FF9900"/>
                </a:solidFill>
              </a:rPr>
              <a:t>ingested_files</a:t>
            </a:r>
            <a:r>
              <a:rPr lang="en" sz="1500"/>
              <a:t> table to COMPLETED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On failure, updates status of entry in </a:t>
            </a:r>
            <a:r>
              <a:rPr i="1" lang="en" sz="1500">
                <a:solidFill>
                  <a:srgbClr val="FF9900"/>
                </a:solidFill>
              </a:rPr>
              <a:t>ingested_files</a:t>
            </a:r>
            <a:r>
              <a:rPr lang="en" sz="1500"/>
              <a:t> table to FAILED</a:t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 Setup</a:t>
            </a:r>
            <a:endParaRPr/>
          </a:p>
        </p:txBody>
      </p:sp>
      <p:sp>
        <p:nvSpPr>
          <p:cNvPr id="439" name="Google Shape;439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Containerized postgres db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Setup migration using </a:t>
            </a:r>
            <a:r>
              <a:rPr i="1" lang="en" sz="1500">
                <a:solidFill>
                  <a:srgbClr val="FF9900"/>
                </a:solidFill>
              </a:rPr>
              <a:t>alembic</a:t>
            </a:r>
            <a:endParaRPr i="1" sz="1500">
              <a:solidFill>
                <a:srgbClr val="FF99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Used </a:t>
            </a:r>
            <a:r>
              <a:rPr i="1" lang="en" sz="1500">
                <a:solidFill>
                  <a:srgbClr val="FF9900"/>
                </a:solidFill>
              </a:rPr>
              <a:t>sqlalchemy</a:t>
            </a:r>
            <a:r>
              <a:rPr lang="en" sz="1500"/>
              <a:t> ORM in the backend to execute database operations</a:t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ERD</a:t>
            </a:r>
            <a:endParaRPr/>
          </a:p>
        </p:txBody>
      </p:sp>
      <p:sp>
        <p:nvSpPr>
          <p:cNvPr id="445" name="Google Shape;445;p53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</p:spPr>
      </p:sp>
      <p:pic>
        <p:nvPicPr>
          <p:cNvPr id="446" name="Google Shape;446;p53"/>
          <p:cNvPicPr preferRelativeResize="0"/>
          <p:nvPr/>
        </p:nvPicPr>
        <p:blipFill rotWithShape="1">
          <a:blip r:embed="rId3">
            <a:alphaModFix/>
          </a:blip>
          <a:srcRect b="33590" l="0" r="0" t="0"/>
          <a:stretch/>
        </p:blipFill>
        <p:spPr>
          <a:xfrm>
            <a:off x="1380200" y="1209000"/>
            <a:ext cx="5858427" cy="3415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Materialized Views</a:t>
            </a:r>
            <a:endParaRPr/>
          </a:p>
        </p:txBody>
      </p:sp>
      <p:sp>
        <p:nvSpPr>
          <p:cNvPr id="452" name="Google Shape;452;p5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</p:spPr>
      </p:sp>
      <p:pic>
        <p:nvPicPr>
          <p:cNvPr id="453" name="Google Shape;45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6475" y="1170425"/>
            <a:ext cx="5267376" cy="37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5"/>
          <p:cNvSpPr txBox="1"/>
          <p:nvPr>
            <p:ph type="title"/>
          </p:nvPr>
        </p:nvSpPr>
        <p:spPr>
          <a:xfrm>
            <a:off x="4517150" y="4764350"/>
            <a:ext cx="17928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55"/>
          <p:cNvSpPr txBox="1"/>
          <p:nvPr>
            <p:ph idx="2" type="title"/>
          </p:nvPr>
        </p:nvSpPr>
        <p:spPr>
          <a:xfrm>
            <a:off x="256025" y="213150"/>
            <a:ext cx="57501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Time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6"/>
          <p:cNvSpPr txBox="1"/>
          <p:nvPr>
            <p:ph type="title"/>
          </p:nvPr>
        </p:nvSpPr>
        <p:spPr>
          <a:xfrm>
            <a:off x="2322425" y="602225"/>
            <a:ext cx="6565800" cy="64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</a:t>
            </a:r>
            <a:endParaRPr/>
          </a:p>
        </p:txBody>
      </p:sp>
      <p:sp>
        <p:nvSpPr>
          <p:cNvPr id="465" name="Google Shape;465;p56"/>
          <p:cNvSpPr txBox="1"/>
          <p:nvPr>
            <p:ph idx="2" type="title"/>
          </p:nvPr>
        </p:nvSpPr>
        <p:spPr>
          <a:xfrm>
            <a:off x="2322425" y="1389575"/>
            <a:ext cx="6565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Quarterly Planning Meeting">
  <a:themeElements>
    <a:clrScheme name="Simple Light">
      <a:dk1>
        <a:srgbClr val="D21117"/>
      </a:dk1>
      <a:lt1>
        <a:srgbClr val="F6EEEB"/>
      </a:lt1>
      <a:dk2>
        <a:srgbClr val="ECECEC"/>
      </a:dk2>
      <a:lt2>
        <a:srgbClr val="353635"/>
      </a:lt2>
      <a:accent1>
        <a:srgbClr val="B9DFFF"/>
      </a:accent1>
      <a:accent2>
        <a:srgbClr val="006CE9"/>
      </a:accent2>
      <a:accent3>
        <a:srgbClr val="FBFAFA"/>
      </a:accent3>
      <a:accent4>
        <a:srgbClr val="686868"/>
      </a:accent4>
      <a:accent5>
        <a:srgbClr val="C5C5C5"/>
      </a:accent5>
      <a:accent6>
        <a:srgbClr val="FFC1C3"/>
      </a:accent6>
      <a:hlink>
        <a:srgbClr val="006CE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